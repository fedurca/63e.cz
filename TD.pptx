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321" r:id="rId4"/>
    <p:sldId id="258" r:id="rId5"/>
    <p:sldId id="259" r:id="rId6"/>
    <p:sldId id="261" r:id="rId7"/>
    <p:sldId id="320" r:id="rId8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0" dt="2026-09-14T08:34:05.742"/>
    <p1510:client id="{7437D7FF-36F5-7591-8794-4AF3F176C10B}" v="119" dt="2026-09-14T08:37:05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urca Luděk, Ing." userId="S::fedurca@spravazeleznic.cz::81cdee8f-9e75-4ae4-8978-85a63504bab6" providerId="AD" clId="Web-{00000000-0000-0000-0000-000000000000}"/>
    <pc:docChg chg="addSld modSld">
      <pc:chgData name="Fedurca Luděk, Ing." userId="S::fedurca@spravazeleznic.cz::81cdee8f-9e75-4ae4-8978-85a63504bab6" providerId="AD" clId="Web-{00000000-0000-0000-0000-000000000000}" dt="2026-09-14T08:34:05.742" v="39" actId="14100"/>
      <pc:docMkLst>
        <pc:docMk/>
      </pc:docMkLst>
      <pc:sldChg chg="addSp delSp modSp add replId">
        <pc:chgData name="Fedurca Luděk, Ing." userId="S::fedurca@spravazeleznic.cz::81cdee8f-9e75-4ae4-8978-85a63504bab6" providerId="AD" clId="Web-{00000000-0000-0000-0000-000000000000}" dt="2026-09-14T08:34:05.742" v="39" actId="14100"/>
        <pc:sldMkLst>
          <pc:docMk/>
          <pc:sldMk cId="2059199687" sldId="321"/>
        </pc:sldMkLst>
        <pc:spChg chg="mod">
          <ac:chgData name="Fedurca Luděk, Ing." userId="S::fedurca@spravazeleznic.cz::81cdee8f-9e75-4ae4-8978-85a63504bab6" providerId="AD" clId="Web-{00000000-0000-0000-0000-000000000000}" dt="2026-09-14T08:33:15.944" v="33" actId="20577"/>
          <ac:spMkLst>
            <pc:docMk/>
            <pc:sldMk cId="2059199687" sldId="321"/>
            <ac:spMk id="2" creationId="{68A52910-E397-A7A2-AA39-6DCA85E80282}"/>
          </ac:spMkLst>
        </pc:spChg>
        <pc:spChg chg="mod">
          <ac:chgData name="Fedurca Luděk, Ing." userId="S::fedurca@spravazeleznic.cz::81cdee8f-9e75-4ae4-8978-85a63504bab6" providerId="AD" clId="Web-{00000000-0000-0000-0000-000000000000}" dt="2026-09-14T08:33:47.163" v="38" actId="14100"/>
          <ac:spMkLst>
            <pc:docMk/>
            <pc:sldMk cId="2059199687" sldId="321"/>
            <ac:spMk id="4" creationId="{2A6487AA-0CBF-20E5-2922-4E4EF0049F8B}"/>
          </ac:spMkLst>
        </pc:spChg>
        <pc:spChg chg="add del mod">
          <ac:chgData name="Fedurca Luděk, Ing." userId="S::fedurca@spravazeleznic.cz::81cdee8f-9e75-4ae4-8978-85a63504bab6" providerId="AD" clId="Web-{00000000-0000-0000-0000-000000000000}" dt="2026-09-14T08:34:05.742" v="39" actId="14100"/>
          <ac:spMkLst>
            <pc:docMk/>
            <pc:sldMk cId="2059199687" sldId="321"/>
            <ac:spMk id="5" creationId="{4DF5838D-B7FA-0EA5-BC60-807940D84180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8"/>
          <ac:spMkLst>
            <pc:docMk/>
            <pc:sldMk cId="2059199687" sldId="321"/>
            <ac:spMk id="6" creationId="{43785D4B-E3FF-8A54-5160-464A8D9159E4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7"/>
          <ac:spMkLst>
            <pc:docMk/>
            <pc:sldMk cId="2059199687" sldId="321"/>
            <ac:spMk id="7" creationId="{1C4DD67F-F43C-A90F-2E87-30B90B5BBA67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6"/>
          <ac:spMkLst>
            <pc:docMk/>
            <pc:sldMk cId="2059199687" sldId="321"/>
            <ac:spMk id="8" creationId="{4575AB92-3D6F-5D6A-E741-669428CFF302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5"/>
          <ac:spMkLst>
            <pc:docMk/>
            <pc:sldMk cId="2059199687" sldId="321"/>
            <ac:spMk id="9" creationId="{88DB4BBC-609F-63BD-3B59-F203E7295EEE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4"/>
          <ac:spMkLst>
            <pc:docMk/>
            <pc:sldMk cId="2059199687" sldId="321"/>
            <ac:spMk id="10" creationId="{49F0701B-5023-995C-4848-962DBCF01879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3"/>
          <ac:spMkLst>
            <pc:docMk/>
            <pc:sldMk cId="2059199687" sldId="321"/>
            <ac:spMk id="11" creationId="{5C78C4D8-FC52-1464-7474-FC27FCB90061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2"/>
          <ac:spMkLst>
            <pc:docMk/>
            <pc:sldMk cId="2059199687" sldId="321"/>
            <ac:spMk id="12" creationId="{1759109A-1F12-23AD-6DBF-64DEB8FD4D9E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1"/>
          <ac:spMkLst>
            <pc:docMk/>
            <pc:sldMk cId="2059199687" sldId="321"/>
            <ac:spMk id="13" creationId="{60EC5034-AFBC-7E9D-D343-6460D295B400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10"/>
          <ac:spMkLst>
            <pc:docMk/>
            <pc:sldMk cId="2059199687" sldId="321"/>
            <ac:spMk id="14" creationId="{32977E73-32D2-B872-DFEE-C99E35A12AD6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9"/>
          <ac:spMkLst>
            <pc:docMk/>
            <pc:sldMk cId="2059199687" sldId="321"/>
            <ac:spMk id="15" creationId="{A800982A-2B4F-FCAD-75B5-027DF1CB2906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8"/>
          <ac:spMkLst>
            <pc:docMk/>
            <pc:sldMk cId="2059199687" sldId="321"/>
            <ac:spMk id="16" creationId="{8D67551D-56FB-8A96-84BC-1C973F02DD38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7"/>
          <ac:spMkLst>
            <pc:docMk/>
            <pc:sldMk cId="2059199687" sldId="321"/>
            <ac:spMk id="17" creationId="{F2A1F3F0-5E1A-A368-C6B4-0B9AF8D6E041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6"/>
          <ac:spMkLst>
            <pc:docMk/>
            <pc:sldMk cId="2059199687" sldId="321"/>
            <ac:spMk id="18" creationId="{20EC340C-006A-8824-E6D0-2D3504DEDCE1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5"/>
          <ac:spMkLst>
            <pc:docMk/>
            <pc:sldMk cId="2059199687" sldId="321"/>
            <ac:spMk id="19" creationId="{7950DD20-0F3A-0E4F-F854-E59F298EDDAA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4"/>
          <ac:spMkLst>
            <pc:docMk/>
            <pc:sldMk cId="2059199687" sldId="321"/>
            <ac:spMk id="20" creationId="{C1D6A1F1-1F11-943A-CD27-0BBCC9145379}"/>
          </ac:spMkLst>
        </pc:spChg>
        <pc:spChg chg="del">
          <ac:chgData name="Fedurca Luděk, Ing." userId="S::fedurca@spravazeleznic.cz::81cdee8f-9e75-4ae4-8978-85a63504bab6" providerId="AD" clId="Web-{00000000-0000-0000-0000-000000000000}" dt="2026-09-14T08:32:09.347" v="3"/>
          <ac:spMkLst>
            <pc:docMk/>
            <pc:sldMk cId="2059199687" sldId="321"/>
            <ac:spMk id="21" creationId="{D8E5D2E1-53D1-11AC-D1BF-1709E6E3E2E9}"/>
          </ac:spMkLst>
        </pc:spChg>
      </pc:sldChg>
    </pc:docChg>
  </pc:docChgLst>
  <pc:docChgLst>
    <pc:chgData name="Fedurca Luděk, Ing." userId="S::fedurca@spravazeleznic.cz::81cdee8f-9e75-4ae4-8978-85a63504bab6" providerId="AD" clId="Web-{7437D7FF-36F5-7591-8794-4AF3F176C10B}"/>
    <pc:docChg chg="addSld delSld modSld sldOrd">
      <pc:chgData name="Fedurca Luděk, Ing." userId="S::fedurca@spravazeleznic.cz::81cdee8f-9e75-4ae4-8978-85a63504bab6" providerId="AD" clId="Web-{7437D7FF-36F5-7591-8794-4AF3F176C10B}" dt="2026-09-14T08:37:00.357" v="112" actId="20577"/>
      <pc:docMkLst>
        <pc:docMk/>
      </pc:docMkLst>
      <pc:sldChg chg="addSp delSp modSp">
        <pc:chgData name="Fedurca Luděk, Ing." userId="S::fedurca@spravazeleznic.cz::81cdee8f-9e75-4ae4-8978-85a63504bab6" providerId="AD" clId="Web-{7437D7FF-36F5-7591-8794-4AF3F176C10B}" dt="2026-09-14T08:27:41.208" v="74" actId="1076"/>
        <pc:sldMkLst>
          <pc:docMk/>
          <pc:sldMk cId="0" sldId="256"/>
        </pc:sldMkLst>
        <pc:spChg chg="del mod">
          <ac:chgData name="Fedurca Luděk, Ing." userId="S::fedurca@spravazeleznic.cz::81cdee8f-9e75-4ae4-8978-85a63504bab6" providerId="AD" clId="Web-{7437D7FF-36F5-7591-8794-4AF3F176C10B}" dt="2026-09-14T08:26:54.972" v="66"/>
          <ac:spMkLst>
            <pc:docMk/>
            <pc:sldMk cId="0" sldId="256"/>
            <ac:spMk id="2" creationId="{00000000-0000-0000-0000-000000000000}"/>
          </ac:spMkLst>
        </pc:spChg>
        <pc:spChg chg="del">
          <ac:chgData name="Fedurca Luděk, Ing." userId="S::fedurca@spravazeleznic.cz::81cdee8f-9e75-4ae4-8978-85a63504bab6" providerId="AD" clId="Web-{7437D7FF-36F5-7591-8794-4AF3F176C10B}" dt="2026-09-14T08:27:12.379" v="69"/>
          <ac:spMkLst>
            <pc:docMk/>
            <pc:sldMk cId="0" sldId="256"/>
            <ac:spMk id="5" creationId="{00000000-0000-0000-0000-000000000000}"/>
          </ac:spMkLst>
        </pc:spChg>
        <pc:spChg chg="del">
          <ac:chgData name="Fedurca Luděk, Ing." userId="S::fedurca@spravazeleznic.cz::81cdee8f-9e75-4ae4-8978-85a63504bab6" providerId="AD" clId="Web-{7437D7FF-36F5-7591-8794-4AF3F176C10B}" dt="2026-09-14T08:27:22.489" v="71"/>
          <ac:spMkLst>
            <pc:docMk/>
            <pc:sldMk cId="0" sldId="256"/>
            <ac:spMk id="6" creationId="{00000000-0000-0000-0000-000000000000}"/>
          </ac:spMkLst>
        </pc:spChg>
        <pc:spChg chg="del">
          <ac:chgData name="Fedurca Luděk, Ing." userId="S::fedurca@spravazeleznic.cz::81cdee8f-9e75-4ae4-8978-85a63504bab6" providerId="AD" clId="Web-{7437D7FF-36F5-7591-8794-4AF3F176C10B}" dt="2026-09-14T08:27:29.239" v="73"/>
          <ac:spMkLst>
            <pc:docMk/>
            <pc:sldMk cId="0" sldId="256"/>
            <ac:spMk id="7" creationId="{00000000-0000-0000-0000-000000000000}"/>
          </ac:spMkLst>
        </pc:spChg>
        <pc:spChg chg="add">
          <ac:chgData name="Fedurca Luděk, Ing." userId="S::fedurca@spravazeleznic.cz::81cdee8f-9e75-4ae4-8978-85a63504bab6" providerId="AD" clId="Web-{7437D7FF-36F5-7591-8794-4AF3F176C10B}" dt="2026-09-14T08:27:13.629" v="70"/>
          <ac:spMkLst>
            <pc:docMk/>
            <pc:sldMk cId="0" sldId="256"/>
            <ac:spMk id="11" creationId="{12EA5D03-B88C-AC48-9595-A1CA2B1CAC99}"/>
          </ac:spMkLst>
        </pc:spChg>
        <pc:spChg chg="add">
          <ac:chgData name="Fedurca Luděk, Ing." userId="S::fedurca@spravazeleznic.cz::81cdee8f-9e75-4ae4-8978-85a63504bab6" providerId="AD" clId="Web-{7437D7FF-36F5-7591-8794-4AF3F176C10B}" dt="2026-09-14T08:27:23.802" v="72"/>
          <ac:spMkLst>
            <pc:docMk/>
            <pc:sldMk cId="0" sldId="256"/>
            <ac:spMk id="12" creationId="{123FC13F-988C-3E07-FCBC-392AA851CE3A}"/>
          </ac:spMkLst>
        </pc:spChg>
        <pc:picChg chg="del mod">
          <ac:chgData name="Fedurca Luděk, Ing." userId="S::fedurca@spravazeleznic.cz::81cdee8f-9e75-4ae4-8978-85a63504bab6" providerId="AD" clId="Web-{7437D7FF-36F5-7591-8794-4AF3F176C10B}" dt="2026-09-14T08:26:56.066" v="67"/>
          <ac:picMkLst>
            <pc:docMk/>
            <pc:sldMk cId="0" sldId="256"/>
            <ac:picMk id="4" creationId="{00000000-0000-0000-0000-000000000000}"/>
          </ac:picMkLst>
        </pc:picChg>
        <pc:picChg chg="add mod modCrop">
          <ac:chgData name="Fedurca Luděk, Ing." userId="S::fedurca@spravazeleznic.cz::81cdee8f-9e75-4ae4-8978-85a63504bab6" providerId="AD" clId="Web-{7437D7FF-36F5-7591-8794-4AF3F176C10B}" dt="2026-09-14T08:27:41.208" v="74" actId="1076"/>
          <ac:picMkLst>
            <pc:docMk/>
            <pc:sldMk cId="0" sldId="256"/>
            <ac:picMk id="10" creationId="{5093834E-C451-3322-8C58-3D275928841B}"/>
          </ac:picMkLst>
        </pc:picChg>
      </pc:sldChg>
      <pc:sldChg chg="addSp delSp modSp">
        <pc:chgData name="Fedurca Luděk, Ing." userId="S::fedurca@spravazeleznic.cz::81cdee8f-9e75-4ae4-8978-85a63504bab6" providerId="AD" clId="Web-{7437D7FF-36F5-7591-8794-4AF3F176C10B}" dt="2026-09-14T08:25:28.297" v="55"/>
        <pc:sldMkLst>
          <pc:docMk/>
          <pc:sldMk cId="0" sldId="257"/>
        </pc:sldMkLst>
        <pc:spChg chg="mod">
          <ac:chgData name="Fedurca Luděk, Ing." userId="S::fedurca@spravazeleznic.cz::81cdee8f-9e75-4ae4-8978-85a63504bab6" providerId="AD" clId="Web-{7437D7FF-36F5-7591-8794-4AF3F176C10B}" dt="2026-09-14T08:18:04.341" v="9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18:13.372" v="1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17:47.965" v="6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17:57.700" v="7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18:21.967" v="12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18:26.123" v="13" actId="1076"/>
          <ac:spMkLst>
            <pc:docMk/>
            <pc:sldMk cId="0" sldId="257"/>
            <ac:spMk id="18" creationId="{00000000-0000-0000-0000-000000000000}"/>
          </ac:spMkLst>
        </pc:spChg>
        <pc:picChg chg="add del mod">
          <ac:chgData name="Fedurca Luděk, Ing." userId="S::fedurca@spravazeleznic.cz::81cdee8f-9e75-4ae4-8978-85a63504bab6" providerId="AD" clId="Web-{7437D7FF-36F5-7591-8794-4AF3F176C10B}" dt="2026-09-14T08:25:28.297" v="55"/>
          <ac:picMkLst>
            <pc:docMk/>
            <pc:sldMk cId="0" sldId="257"/>
            <ac:picMk id="22" creationId="{A819B768-5146-169B-4CC0-F50C40049F82}"/>
          </ac:picMkLst>
        </pc:picChg>
      </pc:sldChg>
      <pc:sldChg chg="addSp modSp del ord">
        <pc:chgData name="Fedurca Luděk, Ing." userId="S::fedurca@spravazeleznic.cz::81cdee8f-9e75-4ae4-8978-85a63504bab6" providerId="AD" clId="Web-{7437D7FF-36F5-7591-8794-4AF3F176C10B}" dt="2026-09-14T08:28:07.960" v="77"/>
        <pc:sldMkLst>
          <pc:docMk/>
          <pc:sldMk cId="0" sldId="260"/>
        </pc:sldMkLst>
        <pc:spChg chg="mod">
          <ac:chgData name="Fedurca Luděk, Ing." userId="S::fedurca@spravazeleznic.cz::81cdee8f-9e75-4ae4-8978-85a63504bab6" providerId="AD" clId="Web-{7437D7FF-36F5-7591-8794-4AF3F176C10B}" dt="2026-09-14T08:19:31.454" v="15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19:57.971" v="18" actId="20577"/>
          <ac:spMkLst>
            <pc:docMk/>
            <pc:sldMk cId="0" sldId="260"/>
            <ac:spMk id="29" creationId="{00000000-0000-0000-0000-000000000000}"/>
          </ac:spMkLst>
        </pc:spChg>
        <pc:picChg chg="add mod">
          <ac:chgData name="Fedurca Luděk, Ing." userId="S::fedurca@spravazeleznic.cz::81cdee8f-9e75-4ae4-8978-85a63504bab6" providerId="AD" clId="Web-{7437D7FF-36F5-7591-8794-4AF3F176C10B}" dt="2026-09-14T08:23:40.324" v="44"/>
          <ac:picMkLst>
            <pc:docMk/>
            <pc:sldMk cId="0" sldId="260"/>
            <ac:picMk id="31" creationId="{D0DD6249-DE81-09FD-7449-A866D7B92B27}"/>
          </ac:picMkLst>
        </pc:picChg>
      </pc:sldChg>
      <pc:sldChg chg="modSp">
        <pc:chgData name="Fedurca Luděk, Ing." userId="S::fedurca@spravazeleznic.cz::81cdee8f-9e75-4ae4-8978-85a63504bab6" providerId="AD" clId="Web-{7437D7FF-36F5-7591-8794-4AF3F176C10B}" dt="2026-09-14T08:22:28.867" v="43" actId="20577"/>
        <pc:sldMkLst>
          <pc:docMk/>
          <pc:sldMk cId="0" sldId="261"/>
        </pc:sldMkLst>
        <pc:spChg chg="mod">
          <ac:chgData name="Fedurca Luděk, Ing." userId="S::fedurca@spravazeleznic.cz::81cdee8f-9e75-4ae4-8978-85a63504bab6" providerId="AD" clId="Web-{7437D7FF-36F5-7591-8794-4AF3F176C10B}" dt="2026-09-14T08:21:30.631" v="35" actId="1410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22:28.867" v="43" actId="20577"/>
          <ac:spMkLst>
            <pc:docMk/>
            <pc:sldMk cId="0" sldId="261"/>
            <ac:spMk id="24" creationId="{00000000-0000-0000-0000-000000000000}"/>
          </ac:spMkLst>
        </pc:spChg>
      </pc:sldChg>
      <pc:sldChg chg="del">
        <pc:chgData name="Fedurca Luděk, Ing." userId="S::fedurca@spravazeleznic.cz::81cdee8f-9e75-4ae4-8978-85a63504bab6" providerId="AD" clId="Web-{7437D7FF-36F5-7591-8794-4AF3F176C10B}" dt="2026-09-14T08:28:14.507" v="78"/>
        <pc:sldMkLst>
          <pc:docMk/>
          <pc:sldMk cId="0" sldId="262"/>
        </pc:sldMkLst>
      </pc:sldChg>
      <pc:sldChg chg="addSp delSp modSp add del">
        <pc:chgData name="Fedurca Luděk, Ing." userId="S::fedurca@spravazeleznic.cz::81cdee8f-9e75-4ae4-8978-85a63504bab6" providerId="AD" clId="Web-{7437D7FF-36F5-7591-8794-4AF3F176C10B}" dt="2026-09-14T08:28:16.522" v="79"/>
        <pc:sldMkLst>
          <pc:docMk/>
          <pc:sldMk cId="0" sldId="319"/>
        </pc:sldMkLst>
        <pc:spChg chg="del">
          <ac:chgData name="Fedurca Luděk, Ing." userId="S::fedurca@spravazeleznic.cz::81cdee8f-9e75-4ae4-8978-85a63504bab6" providerId="AD" clId="Web-{7437D7FF-36F5-7591-8794-4AF3F176C10B}" dt="2026-09-14T08:26:18.893" v="57"/>
          <ac:spMkLst>
            <pc:docMk/>
            <pc:sldMk cId="0" sldId="319"/>
            <ac:spMk id="14" creationId="{FCBA7381-3B44-5437-4944-BCEF97625DEF}"/>
          </ac:spMkLst>
        </pc:spChg>
        <pc:picChg chg="add del mod">
          <ac:chgData name="Fedurca Luděk, Ing." userId="S::fedurca@spravazeleznic.cz::81cdee8f-9e75-4ae4-8978-85a63504bab6" providerId="AD" clId="Web-{7437D7FF-36F5-7591-8794-4AF3F176C10B}" dt="2026-09-14T08:26:36.050" v="60"/>
          <ac:picMkLst>
            <pc:docMk/>
            <pc:sldMk cId="0" sldId="319"/>
            <ac:picMk id="2" creationId="{BFCC4184-1FAB-3E92-4182-7B1501F89245}"/>
          </ac:picMkLst>
        </pc:picChg>
      </pc:sldChg>
      <pc:sldChg chg="modSp add ord replId">
        <pc:chgData name="Fedurca Luděk, Ing." userId="S::fedurca@spravazeleznic.cz::81cdee8f-9e75-4ae4-8978-85a63504bab6" providerId="AD" clId="Web-{7437D7FF-36F5-7591-8794-4AF3F176C10B}" dt="2026-09-14T08:29:02.399" v="94" actId="1076"/>
        <pc:sldMkLst>
          <pc:docMk/>
          <pc:sldMk cId="1700726834" sldId="320"/>
        </pc:sldMkLst>
        <pc:spChg chg="mod">
          <ac:chgData name="Fedurca Luděk, Ing." userId="S::fedurca@spravazeleznic.cz::81cdee8f-9e75-4ae4-8978-85a63504bab6" providerId="AD" clId="Web-{7437D7FF-36F5-7591-8794-4AF3F176C10B}" dt="2026-09-14T08:28:57.430" v="93" actId="1076"/>
          <ac:spMkLst>
            <pc:docMk/>
            <pc:sldMk cId="1700726834" sldId="320"/>
            <ac:spMk id="11" creationId="{20413189-886E-DC2A-6022-8444F714AF7F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29:02.399" v="94" actId="1076"/>
          <ac:spMkLst>
            <pc:docMk/>
            <pc:sldMk cId="1700726834" sldId="320"/>
            <ac:spMk id="12" creationId="{4B36AB5D-CE37-A265-EC52-F9AD9D048C22}"/>
          </ac:spMkLst>
        </pc:spChg>
      </pc:sldChg>
      <pc:sldChg chg="delSp modSp">
        <pc:chgData name="Fedurca Luděk, Ing." userId="S::fedurca@spravazeleznic.cz::81cdee8f-9e75-4ae4-8978-85a63504bab6" providerId="AD" clId="Web-{7437D7FF-36F5-7591-8794-4AF3F176C10B}" dt="2026-09-14T08:37:00.357" v="112" actId="20577"/>
        <pc:sldMkLst>
          <pc:docMk/>
          <pc:sldMk cId="2059199687" sldId="321"/>
        </pc:sldMkLst>
        <pc:spChg chg="del">
          <ac:chgData name="Fedurca Luděk, Ing." userId="S::fedurca@spravazeleznic.cz::81cdee8f-9e75-4ae4-8978-85a63504bab6" providerId="AD" clId="Web-{7437D7FF-36F5-7591-8794-4AF3F176C10B}" dt="2026-09-14T08:34:40.867" v="95"/>
          <ac:spMkLst>
            <pc:docMk/>
            <pc:sldMk cId="2059199687" sldId="321"/>
            <ac:spMk id="3" creationId="{254E2ACF-E8E3-F61A-3320-9D69B3C96C2E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35:37.525" v="101" actId="1076"/>
          <ac:spMkLst>
            <pc:docMk/>
            <pc:sldMk cId="2059199687" sldId="321"/>
            <ac:spMk id="4" creationId="{2A6487AA-0CBF-20E5-2922-4E4EF0049F8B}"/>
          </ac:spMkLst>
        </pc:spChg>
        <pc:spChg chg="mod">
          <ac:chgData name="Fedurca Luděk, Ing." userId="S::fedurca@spravazeleznic.cz::81cdee8f-9e75-4ae4-8978-85a63504bab6" providerId="AD" clId="Web-{7437D7FF-36F5-7591-8794-4AF3F176C10B}" dt="2026-09-14T08:37:00.357" v="112" actId="20577"/>
          <ac:spMkLst>
            <pc:docMk/>
            <pc:sldMk cId="2059199687" sldId="321"/>
            <ac:spMk id="5" creationId="{4DF5838D-B7FA-0EA5-BC60-807940D84180}"/>
          </ac:spMkLst>
        </pc:spChg>
      </pc:sldChg>
      <pc:sldMasterChg chg="addSldLayout">
        <pc:chgData name="Fedurca Luděk, Ing." userId="S::fedurca@spravazeleznic.cz::81cdee8f-9e75-4ae4-8978-85a63504bab6" providerId="AD" clId="Web-{7437D7FF-36F5-7591-8794-4AF3F176C10B}" dt="2026-09-14T08:26:09.955" v="56"/>
        <pc:sldMasterMkLst>
          <pc:docMk/>
          <pc:sldMasterMk cId="0" sldId="2147483648"/>
        </pc:sldMasterMkLst>
        <pc:sldLayoutChg chg="add">
          <pc:chgData name="Fedurca Luděk, Ing." userId="S::fedurca@spravazeleznic.cz::81cdee8f-9e75-4ae4-8978-85a63504bab6" providerId="AD" clId="Web-{7437D7FF-36F5-7591-8794-4AF3F176C10B}" dt="2026-09-14T08:26:09.955" v="56"/>
          <pc:sldLayoutMkLst>
            <pc:docMk/>
            <pc:sldMasterMk cId="0" sldId="2147483648"/>
            <pc:sldLayoutMk cId="3105370526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1F27C-C923-47DE-86BB-E24BCBC71610}" type="datetimeFigureOut">
              <a:t>24.09.2026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742FC-0A19-47D6-96C5-FB1D4A3CA303}" type="slidenum"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8161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title slide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slides 2–3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F491D-5FBC-A4BD-2A07-3FAA0056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7336-A236-4431-906B-8761930E3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EF67C-9BE0-4D2E-F17D-90BEDD001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slides 2–3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47380-54AC-E967-890B-41066001D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10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slides 3, 5, 7 and 9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slides 9–11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slides 5, 7, 9, 12–14; exchange topics are editorial suggestions for delegation discussion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1814-6441-C374-AD43-C81F01EF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B6F81-CF21-E888-0836-1B073F3F4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74F49-2AAF-35ED-5194-812869896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Prezentace_ÚKB_0v2.pptx, title slide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FB521-0F98-52B4-4C44-92569579E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72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Shape 1"/>
          <p:cNvSpPr/>
          <p:nvPr/>
        </p:nvSpPr>
        <p:spPr>
          <a:xfrm>
            <a:off x="411480" y="6537960"/>
            <a:ext cx="832104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 2"/>
          <p:cNvSpPr/>
          <p:nvPr/>
        </p:nvSpPr>
        <p:spPr>
          <a:xfrm>
            <a:off x="438912" y="6565392"/>
            <a:ext cx="7132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30">
                <a:solidFill>
                  <a:srgbClr val="53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SPRÁVA ŽELEZNIC  |  CYBERSECURITY DEPARTMENT</a:t>
            </a:r>
            <a:endParaRPr lang="en-US" sz="750"/>
          </a:p>
        </p:txBody>
      </p:sp>
      <p:sp>
        <p:nvSpPr>
          <p:cNvPr id="5" name="Text 3"/>
          <p:cNvSpPr/>
          <p:nvPr/>
        </p:nvSpPr>
        <p:spPr>
          <a:xfrm>
            <a:off x="7406640" y="6565392"/>
            <a:ext cx="1298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>
                <a:solidFill>
                  <a:srgbClr val="F05A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TAIWANESE DELEGATION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496888" y="5359350"/>
            <a:ext cx="8156575" cy="216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54000" rIns="72000" bIns="72000" rtlCol="0" anchor="t" anchorCtr="0"/>
          <a:lstStyle/>
          <a:p>
            <a:pPr algn="l"/>
            <a:endParaRPr lang="cs-CZ" sz="150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0" y="5467350"/>
            <a:ext cx="9144000" cy="1390650"/>
          </a:xfrm>
          <a:prstGeom prst="rect">
            <a:avLst/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54000" rIns="72000" bIns="72000" rtlCol="0" anchor="t" anchorCtr="0"/>
          <a:lstStyle/>
          <a:p>
            <a:pPr algn="l"/>
            <a:endParaRPr lang="cs-CZ" sz="150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887" y="4059080"/>
            <a:ext cx="8156575" cy="1134144"/>
          </a:xfrm>
        </p:spPr>
        <p:txBody>
          <a:bodyPr anchor="b" anchorCtr="0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cs-C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887" y="3429000"/>
            <a:ext cx="8156575" cy="378048"/>
          </a:xfrm>
        </p:spPr>
        <p:txBody>
          <a:bodyPr anchor="b" anchorCtr="0"/>
          <a:lstStyle>
            <a:lvl1pPr marL="252000" indent="-252000" algn="l">
              <a:buClrTx/>
              <a:buFont typeface="Verdana" pitchFamily="34" charset="0"/>
              <a:buChar char="—"/>
              <a:defRPr sz="1500" b="1">
                <a:solidFill>
                  <a:schemeClr val="accent3"/>
                </a:solidFill>
              </a:defRPr>
            </a:lvl1pPr>
            <a:lvl2pPr marL="504000" indent="-252000" algn="l">
              <a:buClrTx/>
              <a:buFont typeface="Verdana" pitchFamily="34" charset="0"/>
              <a:buChar char="—"/>
              <a:defRPr sz="1500">
                <a:solidFill>
                  <a:schemeClr val="accent3"/>
                </a:solidFill>
              </a:defRPr>
            </a:lvl2pPr>
            <a:lvl3pPr marL="756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3pPr>
            <a:lvl4pPr marL="972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4pPr>
            <a:lvl5pPr marL="1188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5pPr>
            <a:lvl6pPr marL="1404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6pPr>
            <a:lvl7pPr marL="1620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7pPr>
            <a:lvl8pPr marL="1836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8pPr>
            <a:lvl9pPr marL="2052000" indent="-216000" algn="l">
              <a:buClrTx/>
              <a:buFont typeface="Verdana" pitchFamily="34" charset="0"/>
              <a:buChar char="—"/>
              <a:defRPr sz="110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cs-CZ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cs-CZ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496888" y="6327368"/>
            <a:ext cx="8156575" cy="221070"/>
          </a:xfrm>
        </p:spPr>
        <p:txBody>
          <a:bodyPr anchor="b" anchorCtr="0"/>
          <a:lstStyle>
            <a:lvl1pPr marL="216000" indent="-216000">
              <a:buClrTx/>
              <a:defRPr sz="1100" b="1">
                <a:solidFill>
                  <a:schemeClr val="tx1"/>
                </a:solidFill>
              </a:defRPr>
            </a:lvl1pPr>
            <a:lvl2pPr marL="432000" indent="-216000">
              <a:buClrTx/>
              <a:defRPr sz="1100" b="0">
                <a:solidFill>
                  <a:schemeClr val="tx1"/>
                </a:solidFill>
              </a:defRPr>
            </a:lvl2pPr>
            <a:lvl3pPr marL="648000" indent="-216000">
              <a:buClrTx/>
              <a:defRPr sz="1100" b="0">
                <a:solidFill>
                  <a:schemeClr val="tx1"/>
                </a:solidFill>
              </a:defRPr>
            </a:lvl3pPr>
            <a:lvl4pPr marL="900000" indent="-216000">
              <a:buClrTx/>
              <a:defRPr sz="1100" b="0">
                <a:solidFill>
                  <a:schemeClr val="tx1"/>
                </a:solidFill>
              </a:defRPr>
            </a:lvl4pPr>
            <a:lvl5pPr marL="1152000" indent="-216000">
              <a:buClrTx/>
              <a:defRPr sz="1100" b="0">
                <a:solidFill>
                  <a:schemeClr val="tx1"/>
                </a:solidFill>
              </a:defRPr>
            </a:lvl5pPr>
            <a:lvl6pPr marL="1368000" indent="-216000">
              <a:buClrTx/>
              <a:defRPr sz="1100" b="0">
                <a:solidFill>
                  <a:schemeClr val="tx1"/>
                </a:solidFill>
              </a:defRPr>
            </a:lvl6pPr>
            <a:lvl7pPr marL="1584000" indent="-216000">
              <a:buClrTx/>
              <a:defRPr sz="1100" b="0">
                <a:solidFill>
                  <a:schemeClr val="tx1"/>
                </a:solidFill>
              </a:defRPr>
            </a:lvl7pPr>
            <a:lvl8pPr marL="1800000" indent="-216000">
              <a:buClrTx/>
              <a:defRPr sz="1100" b="0">
                <a:solidFill>
                  <a:schemeClr val="tx1"/>
                </a:solidFill>
              </a:defRPr>
            </a:lvl8pPr>
            <a:lvl9pPr marL="2016000" indent="-216000">
              <a:buClrTx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cs-CZ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496888" y="5571272"/>
            <a:ext cx="8156575" cy="496152"/>
          </a:xfrm>
        </p:spPr>
        <p:txBody>
          <a:bodyPr anchor="t" anchorCtr="0"/>
          <a:lstStyle>
            <a:lvl1pPr marL="252000" indent="-252000">
              <a:buClrTx/>
              <a:defRPr sz="1500" b="0">
                <a:solidFill>
                  <a:schemeClr val="tx1"/>
                </a:solidFill>
              </a:defRPr>
            </a:lvl1pPr>
            <a:lvl2pPr marL="468000" indent="-216000">
              <a:buClrTx/>
              <a:defRPr sz="1100" b="0">
                <a:solidFill>
                  <a:schemeClr val="tx1"/>
                </a:solidFill>
              </a:defRPr>
            </a:lvl2pPr>
            <a:lvl3pPr marL="684000" indent="-216000">
              <a:buClrTx/>
              <a:defRPr sz="1100" b="0">
                <a:solidFill>
                  <a:schemeClr val="tx1"/>
                </a:solidFill>
              </a:defRPr>
            </a:lvl3pPr>
            <a:lvl4pPr marL="936000" indent="-216000">
              <a:buClrTx/>
              <a:defRPr sz="1100" b="0">
                <a:solidFill>
                  <a:schemeClr val="tx1"/>
                </a:solidFill>
              </a:defRPr>
            </a:lvl4pPr>
            <a:lvl5pPr marL="1188000" indent="-216000">
              <a:buClrTx/>
              <a:defRPr sz="1100" b="0">
                <a:solidFill>
                  <a:schemeClr val="tx1"/>
                </a:solidFill>
              </a:defRPr>
            </a:lvl5pPr>
            <a:lvl6pPr marL="1404000" indent="-216000">
              <a:buClrTx/>
              <a:defRPr sz="1100" b="0">
                <a:solidFill>
                  <a:schemeClr val="tx1"/>
                </a:solidFill>
              </a:defRPr>
            </a:lvl6pPr>
            <a:lvl7pPr marL="1620000" indent="-216000">
              <a:buClrTx/>
              <a:defRPr sz="1100" b="0">
                <a:solidFill>
                  <a:schemeClr val="tx1"/>
                </a:solidFill>
              </a:defRPr>
            </a:lvl7pPr>
            <a:lvl8pPr marL="1836000" indent="-216000">
              <a:buClrTx/>
              <a:defRPr sz="1100" b="0">
                <a:solidFill>
                  <a:schemeClr val="tx1"/>
                </a:solidFill>
              </a:defRPr>
            </a:lvl8pPr>
            <a:lvl9pPr marL="2052000" indent="-216000">
              <a:buClrTx/>
              <a:defRPr sz="11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  <a:endParaRPr lang="cs-CZ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3648BD73-9831-4790-A04D-5A90DC3808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00" y="432000"/>
            <a:ext cx="1713673" cy="63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70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F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742432"/>
            <a:ext cx="9144000" cy="1115568"/>
          </a:xfrm>
          <a:prstGeom prst="rect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594360" y="6108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Prague  |  14 September 2026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6766560" y="6007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>
                <a:solidFill>
                  <a:srgbClr val="FFFFFF"/>
                </a:solidFill>
              </a:rPr>
              <a:t>Správa železnic</a:t>
            </a:r>
            <a:endParaRPr lang="en-US" sz="1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5093834E-C451-3322-8C58-3D2759288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7" b="-63"/>
          <a:stretch>
            <a:fillRect/>
          </a:stretch>
        </p:blipFill>
        <p:spPr>
          <a:xfrm>
            <a:off x="-4289" y="210158"/>
            <a:ext cx="9148290" cy="6862292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2EA5D03-B88C-AC48-9595-A1CA2B1CAC99}"/>
              </a:ext>
            </a:extLst>
          </p:cNvPr>
          <p:cNvSpPr/>
          <p:nvPr/>
        </p:nvSpPr>
        <p:spPr>
          <a:xfrm>
            <a:off x="566928" y="182880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</a:rPr>
              <a:t>Cybersecurity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</a:rPr>
              <a:t>Department</a:t>
            </a:r>
            <a:endParaRPr lang="en-US" sz="340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123FC13F-988C-3E07-FCBC-392AA851CE3A}"/>
              </a:ext>
            </a:extLst>
          </p:cNvPr>
          <p:cNvSpPr/>
          <p:nvPr/>
        </p:nvSpPr>
        <p:spPr>
          <a:xfrm>
            <a:off x="594360" y="3246120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rgbClr val="72D0ED"/>
                </a:solidFill>
              </a:rPr>
              <a:t>Protecting the digital foundation of railway infrastructure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2F5B"/>
                </a:solidFill>
              </a:rPr>
              <a:t>Our mission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A"/>
                </a:solidFill>
              </a:rPr>
              <a:t>Cybersecurity as an integral part of railway infrastructure governance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062F5B"/>
          </a:solidFill>
          <a:ln w="12700">
            <a:solidFill>
              <a:srgbClr val="062F5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868680" y="170078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</a:rPr>
              <a:t>Protect the shared digital infrastructure that supports railway operations</a:t>
            </a:r>
            <a:endParaRPr lang="en-US" sz="210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2542032" cy="2194560"/>
          </a:xfrm>
          <a:prstGeom prst="roundRect">
            <a:avLst>
              <a:gd name="adj" fmla="val 2500"/>
            </a:avLst>
          </a:prstGeom>
          <a:solidFill>
            <a:srgbClr val="EEF3F8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1449281" y="3020351"/>
            <a:ext cx="777325" cy="794480"/>
          </a:xfrm>
          <a:prstGeom prst="ellipse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595345" y="331846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KII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68096" y="384048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62F5B"/>
                </a:solidFill>
              </a:rPr>
              <a:t>Critical infrastructure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795528" y="427939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B7A"/>
                </a:solidFill>
              </a:rPr>
              <a:t>Security of the shared infrastructure perimeter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310128" y="2788920"/>
            <a:ext cx="2542032" cy="2194560"/>
          </a:xfrm>
          <a:prstGeom prst="roundRect">
            <a:avLst>
              <a:gd name="adj" fmla="val 2500"/>
            </a:avLst>
          </a:prstGeom>
          <a:solidFill>
            <a:srgbClr val="F7FAFC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4201059" y="3041795"/>
            <a:ext cx="760170" cy="773036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4021164" y="3129753"/>
            <a:ext cx="1119960" cy="59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NÚKIB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511296" y="384048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62F5B"/>
                </a:solidFill>
              </a:rPr>
              <a:t>National coordination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3538728" y="427939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B7A"/>
                </a:solidFill>
              </a:rPr>
              <a:t>Communication with the Czech cybersecurity authority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053328" y="2788920"/>
            <a:ext cx="2542032" cy="2194560"/>
          </a:xfrm>
          <a:prstGeom prst="roundRect">
            <a:avLst>
              <a:gd name="adj" fmla="val 2500"/>
            </a:avLst>
          </a:prstGeom>
          <a:solidFill>
            <a:srgbClr val="EEF3F8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6918525" y="3020351"/>
            <a:ext cx="815926" cy="833081"/>
          </a:xfrm>
          <a:prstGeom prst="ellipse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077456" y="332704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SŽT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6254496" y="384048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62F5B"/>
                </a:solidFill>
              </a:rPr>
              <a:t>Embedded governance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281928" y="4279392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B7A"/>
                </a:solidFill>
              </a:rPr>
              <a:t>Cybersecurity is part of Railway Telematics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731520" y="5394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05A22"/>
                </a:solidFill>
              </a:rPr>
              <a:t>Management perspective: cybersecurity protects operational continuity, trust and safe modernization.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8F16-74D8-CDB3-5339-51F6F5FB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A52910-E397-A7A2-AA39-6DCA85E80282}"/>
              </a:ext>
            </a:extLst>
          </p:cNvPr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062F5B"/>
                </a:solidFill>
              </a:rPr>
              <a:t>Security Transformation Portfolio</a:t>
            </a:r>
          </a:p>
          <a:p>
            <a:pPr marL="0" indent="0">
              <a:buNone/>
            </a:pPr>
            <a:endParaRPr lang="en-US" sz="2600" b="1">
              <a:solidFill>
                <a:srgbClr val="062F5B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6487AA-0CBF-20E5-2922-4E4EF0049F8B}"/>
              </a:ext>
            </a:extLst>
          </p:cNvPr>
          <p:cNvSpPr/>
          <p:nvPr/>
        </p:nvSpPr>
        <p:spPr>
          <a:xfrm>
            <a:off x="475437" y="772210"/>
            <a:ext cx="8281788" cy="5522906"/>
          </a:xfrm>
          <a:prstGeom prst="roundRect">
            <a:avLst>
              <a:gd name="adj" fmla="val 7619"/>
            </a:avLst>
          </a:prstGeom>
          <a:solidFill>
            <a:srgbClr val="062F5B"/>
          </a:solidFill>
          <a:ln w="12700">
            <a:solidFill>
              <a:srgbClr val="062F5B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F5838D-B7FA-0EA5-BC60-807940D84180}"/>
              </a:ext>
            </a:extLst>
          </p:cNvPr>
          <p:cNvSpPr/>
          <p:nvPr/>
        </p:nvSpPr>
        <p:spPr>
          <a:xfrm>
            <a:off x="781467" y="892529"/>
            <a:ext cx="7581380" cy="540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Identity &amp; Access Security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Multi-Factor Authentication (MFA)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Privileged Access Management (PAM)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Identity Management (IDM)</a:t>
            </a:r>
            <a:endParaRPr lang="en-US" sz="1600"/>
          </a:p>
          <a:p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Network &amp; Perimeter Protection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Next Generation Firewall (NGFW)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Network Segmentation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new DMZ Architecture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DDoS Protection</a:t>
            </a:r>
            <a:endParaRPr lang="en-US" sz="1600"/>
          </a:p>
          <a:p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Threat Detection &amp; Response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Security Information and Event Management (SIEM)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Extended Detection &amp; Response (XDR)</a:t>
            </a:r>
            <a:endParaRPr lang="en-US" sz="1600"/>
          </a:p>
          <a:p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Data Protection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Data Loss Prevention (DLP)</a:t>
            </a:r>
            <a:endParaRPr lang="en-US" sz="1600"/>
          </a:p>
          <a:p>
            <a:b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</a:br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Strategic Objective</a:t>
            </a: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 Reduce cyber risk, increase operational resilience, and establish a modern security architecture for both IT and operational technology environments. </a:t>
            </a:r>
            <a:br>
              <a:rPr lang="en-US" sz="1600">
                <a:latin typeface="Segoe UI"/>
                <a:cs typeface="Segoe UI"/>
              </a:rPr>
            </a:br>
            <a:br>
              <a:rPr lang="en-US" sz="1600">
                <a:latin typeface="Segoe UI"/>
                <a:cs typeface="Segoe UI"/>
              </a:rPr>
            </a:br>
            <a:r>
              <a:rPr lang="en-US" sz="1600" b="1">
                <a:solidFill>
                  <a:srgbClr val="FFFFFF"/>
                </a:solidFill>
                <a:latin typeface="Segoe UI"/>
                <a:cs typeface="Segoe UI"/>
              </a:rPr>
              <a:t>Outcome:</a:t>
            </a:r>
            <a:r>
              <a:rPr lang="en-US" sz="1600">
                <a:solidFill>
                  <a:srgbClr val="FFFFFF"/>
                </a:solidFill>
                <a:latin typeface="Segoe UI"/>
                <a:cs typeface="Segoe UI"/>
              </a:rPr>
              <a:t> stronger identity security, improved threat detection, enhanced infrastructure resilience, and protection of critical railway services.</a:t>
            </a:r>
            <a:endParaRPr lang="en-US" sz="1600"/>
          </a:p>
          <a:p>
            <a:pPr marL="0" indent="0">
              <a:buNone/>
            </a:pPr>
            <a:endParaRPr lang="en-US" sz="2100" b="1">
              <a:solidFill>
                <a:srgbClr val="FFFFFF"/>
              </a:solidFill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8A25443-7DC2-A122-D3D6-8820C0BC9DE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9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2F5B"/>
                </a:solidFill>
              </a:rPr>
              <a:t>Operating model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A"/>
                </a:solidFill>
              </a:rPr>
              <a:t>Three complementary capabilities under a single cybersecurity function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60320" cy="42519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0" cy="137160"/>
          </a:xfrm>
          <a:prstGeom prst="rect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E88C8"/>
                </a:solidFill>
              </a:rPr>
              <a:t>01</a:t>
            </a:r>
            <a:endParaRPr lang="en-US" sz="290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062F5B"/>
                </a:solidFill>
              </a:rPr>
              <a:t>Security Architecture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713232" y="3246120"/>
            <a:ext cx="109728" cy="109728"/>
          </a:xfrm>
          <a:prstGeom prst="ellipse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941832" y="31272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Security requirements for projects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713232" y="3886200"/>
            <a:ext cx="109728" cy="109728"/>
          </a:xfrm>
          <a:prstGeom prst="ellipse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941832" y="37673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Implementation of security controls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713232" y="4526280"/>
            <a:ext cx="109728" cy="109728"/>
          </a:xfrm>
          <a:prstGeom prst="ellipse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941832" y="4407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IT, communications and telecom standards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3291840" y="1371600"/>
            <a:ext cx="2560320" cy="42519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560320" cy="137160"/>
          </a:xfrm>
          <a:prstGeom prst="rect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4747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05A22"/>
                </a:solidFill>
              </a:rPr>
              <a:t>02</a:t>
            </a:r>
            <a:endParaRPr lang="en-US" sz="2900"/>
          </a:p>
        </p:txBody>
      </p:sp>
      <p:sp>
        <p:nvSpPr>
          <p:cNvPr id="17" name="Text 15"/>
          <p:cNvSpPr/>
          <p:nvPr/>
        </p:nvSpPr>
        <p:spPr>
          <a:xfrm>
            <a:off x="3474720" y="23957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062F5B"/>
                </a:solidFill>
              </a:rPr>
              <a:t>Governance &amp; Risk</a:t>
            </a:r>
            <a:endParaRPr lang="en-US" sz="1700"/>
          </a:p>
        </p:txBody>
      </p:sp>
      <p:sp>
        <p:nvSpPr>
          <p:cNvPr id="18" name="Shape 16"/>
          <p:cNvSpPr/>
          <p:nvPr/>
        </p:nvSpPr>
        <p:spPr>
          <a:xfrm>
            <a:off x="3502152" y="3246120"/>
            <a:ext cx="109728" cy="109728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3730752" y="31272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Internal security testing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3502152" y="3886200"/>
            <a:ext cx="109728" cy="109728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3730752" y="37673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Corrective measures and assurance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3502152" y="4526280"/>
            <a:ext cx="109728" cy="109728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730752" y="4407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ISMS, asset and risk management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080760" y="1371600"/>
            <a:ext cx="2560320" cy="42519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7E2EC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6080760" y="1371600"/>
            <a:ext cx="2560320" cy="137160"/>
          </a:xfrm>
          <a:prstGeom prst="rect">
            <a:avLst/>
          </a:prstGeom>
          <a:solidFill>
            <a:srgbClr val="1C9A72"/>
          </a:solidFill>
          <a:ln w="12700">
            <a:solidFill>
              <a:srgbClr val="1C9A7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6263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C9A72"/>
                </a:solidFill>
              </a:rPr>
              <a:t>03</a:t>
            </a:r>
            <a:endParaRPr lang="en-US" sz="2900"/>
          </a:p>
        </p:txBody>
      </p:sp>
      <p:sp>
        <p:nvSpPr>
          <p:cNvPr id="27" name="Text 25"/>
          <p:cNvSpPr/>
          <p:nvPr/>
        </p:nvSpPr>
        <p:spPr>
          <a:xfrm>
            <a:off x="6263640" y="23957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062F5B"/>
                </a:solidFill>
              </a:rPr>
              <a:t>SOC &amp; Incident Response</a:t>
            </a:r>
            <a:endParaRPr lang="en-US" sz="1700"/>
          </a:p>
        </p:txBody>
      </p:sp>
      <p:sp>
        <p:nvSpPr>
          <p:cNvPr id="28" name="Shape 26"/>
          <p:cNvSpPr/>
          <p:nvPr/>
        </p:nvSpPr>
        <p:spPr>
          <a:xfrm>
            <a:off x="6291072" y="3246120"/>
            <a:ext cx="109728" cy="109728"/>
          </a:xfrm>
          <a:prstGeom prst="ellipse">
            <a:avLst/>
          </a:prstGeom>
          <a:solidFill>
            <a:srgbClr val="1C9A72"/>
          </a:solidFill>
          <a:ln w="12700">
            <a:solidFill>
              <a:srgbClr val="1C9A7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9" name="Text 27"/>
          <p:cNvSpPr/>
          <p:nvPr/>
        </p:nvSpPr>
        <p:spPr>
          <a:xfrm>
            <a:off x="6519672" y="312724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Security monitoring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6291072" y="3886200"/>
            <a:ext cx="109728" cy="109728"/>
          </a:xfrm>
          <a:prstGeom prst="ellipse">
            <a:avLst/>
          </a:prstGeom>
          <a:solidFill>
            <a:srgbClr val="1C9A72"/>
          </a:solidFill>
          <a:ln w="12700">
            <a:solidFill>
              <a:srgbClr val="1C9A7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1" name="Text 29"/>
          <p:cNvSpPr/>
          <p:nvPr/>
        </p:nvSpPr>
        <p:spPr>
          <a:xfrm>
            <a:off x="6519672" y="37673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Incident handling and penetration testing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6291072" y="4526280"/>
            <a:ext cx="109728" cy="109728"/>
          </a:xfrm>
          <a:prstGeom prst="ellipse">
            <a:avLst/>
          </a:prstGeom>
          <a:solidFill>
            <a:srgbClr val="1C9A72"/>
          </a:solidFill>
          <a:ln w="12700">
            <a:solidFill>
              <a:srgbClr val="1C9A7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3" name="Text 31"/>
          <p:cNvSpPr/>
          <p:nvPr/>
        </p:nvSpPr>
        <p:spPr>
          <a:xfrm>
            <a:off x="6519672" y="4407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8324A"/>
                </a:solidFill>
              </a:rPr>
              <a:t>Vulnerability analysis and access approval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713232" y="5897880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2F5B"/>
                </a:solidFill>
              </a:rPr>
              <a:t>Clear separation of design, assurance and operations enables independent control while maintaining fast coordination.</a:t>
            </a:r>
            <a:endParaRPr lang="en-US" sz="130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2F5B"/>
                </a:solidFill>
              </a:rPr>
              <a:t>24/7 Security Operations Centre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A"/>
                </a:solidFill>
              </a:rPr>
              <a:t>Continuous monitoring and coordinated incident response across shared infrastructure</a:t>
            </a:r>
            <a:endParaRPr lang="en-US" sz="1250"/>
          </a:p>
        </p:txBody>
      </p:sp>
      <p:pic>
        <p:nvPicPr>
          <p:cNvPr id="4" name="Image 0" descr="/mnt/data/work_ukb/ppt/media/image44.png"/>
          <p:cNvPicPr>
            <a:picLocks noChangeAspect="1"/>
          </p:cNvPicPr>
          <p:nvPr/>
        </p:nvPicPr>
        <p:blipFill>
          <a:blip r:embed="rId3"/>
          <a:srcRect l="11125" r="11125"/>
          <a:stretch/>
        </p:blipFill>
        <p:spPr>
          <a:xfrm>
            <a:off x="502920" y="1353312"/>
            <a:ext cx="4983480" cy="30358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3995928"/>
            <a:ext cx="4983480" cy="393192"/>
          </a:xfrm>
          <a:prstGeom prst="rect">
            <a:avLst/>
          </a:prstGeom>
          <a:solidFill>
            <a:srgbClr val="062F5B">
              <a:alpha val="92000"/>
            </a:srgbClr>
          </a:solidFill>
          <a:ln w="12700">
            <a:solidFill>
              <a:srgbClr val="062F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3"/>
          <p:cNvSpPr/>
          <p:nvPr/>
        </p:nvSpPr>
        <p:spPr>
          <a:xfrm>
            <a:off x="685800" y="410565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Operational monitoring environment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5806440" y="1417320"/>
            <a:ext cx="2743200" cy="758952"/>
          </a:xfrm>
          <a:prstGeom prst="roundRect">
            <a:avLst>
              <a:gd name="adj" fmla="val 6024"/>
            </a:avLst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5"/>
          <p:cNvSpPr/>
          <p:nvPr/>
        </p:nvSpPr>
        <p:spPr>
          <a:xfrm>
            <a:off x="5989320" y="15361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24/7</a:t>
            </a:r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7150608" y="162763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</a:rPr>
              <a:t>service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5806440" y="2404872"/>
            <a:ext cx="2743200" cy="758952"/>
          </a:xfrm>
          <a:prstGeom prst="roundRect">
            <a:avLst>
              <a:gd name="adj" fmla="val 6024"/>
            </a:avLst>
          </a:prstGeom>
          <a:solidFill>
            <a:srgbClr val="EEF3F8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5989320" y="25237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62F5B"/>
                </a:solidFill>
              </a:rPr>
              <a:t>6</a:t>
            </a:r>
            <a:endParaRPr lang="en-US" sz="2400"/>
          </a:p>
        </p:txBody>
      </p:sp>
      <p:sp>
        <p:nvSpPr>
          <p:cNvPr id="12" name="Text 9"/>
          <p:cNvSpPr/>
          <p:nvPr/>
        </p:nvSpPr>
        <p:spPr>
          <a:xfrm>
            <a:off x="7150608" y="26151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5B6B7A"/>
                </a:solidFill>
              </a:rPr>
              <a:t>monitoring tools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5806440" y="3392424"/>
            <a:ext cx="2743200" cy="758952"/>
          </a:xfrm>
          <a:prstGeom prst="roundRect">
            <a:avLst>
              <a:gd name="adj" fmla="val 6024"/>
            </a:avLst>
          </a:prstGeom>
          <a:solidFill>
            <a:srgbClr val="EEF3F8"/>
          </a:solidFill>
          <a:ln w="127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1"/>
          <p:cNvSpPr/>
          <p:nvPr/>
        </p:nvSpPr>
        <p:spPr>
          <a:xfrm>
            <a:off x="5989320" y="351129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62F5B"/>
                </a:solidFill>
              </a:rPr>
              <a:t>TF-CSIRT</a:t>
            </a:r>
            <a:endParaRPr lang="en-US" sz="1800"/>
          </a:p>
        </p:txBody>
      </p:sp>
      <p:sp>
        <p:nvSpPr>
          <p:cNvPr id="15" name="Text 12"/>
          <p:cNvSpPr/>
          <p:nvPr/>
        </p:nvSpPr>
        <p:spPr>
          <a:xfrm>
            <a:off x="7150608" y="36027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5B6B7A"/>
                </a:solidFill>
              </a:rPr>
              <a:t>listed member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5833872" y="4553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62F5B"/>
                </a:solidFill>
              </a:rPr>
              <a:t>Core responsibilities</a:t>
            </a:r>
            <a:endParaRPr lang="en-US" sz="1500"/>
          </a:p>
        </p:txBody>
      </p:sp>
      <p:sp>
        <p:nvSpPr>
          <p:cNvPr id="17" name="Shape 14"/>
          <p:cNvSpPr/>
          <p:nvPr/>
        </p:nvSpPr>
        <p:spPr>
          <a:xfrm>
            <a:off x="5870448" y="4965192"/>
            <a:ext cx="100584" cy="100584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5"/>
          <p:cNvSpPr/>
          <p:nvPr/>
        </p:nvSpPr>
        <p:spPr>
          <a:xfrm>
            <a:off x="6108192" y="48554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18324A"/>
                </a:solidFill>
              </a:rPr>
              <a:t>Detect attacks and malicious activity</a:t>
            </a:r>
            <a:endParaRPr lang="en-US" sz="1120"/>
          </a:p>
        </p:txBody>
      </p:sp>
      <p:sp>
        <p:nvSpPr>
          <p:cNvPr id="19" name="Shape 16"/>
          <p:cNvSpPr/>
          <p:nvPr/>
        </p:nvSpPr>
        <p:spPr>
          <a:xfrm>
            <a:off x="5870448" y="5385816"/>
            <a:ext cx="100584" cy="100584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7"/>
          <p:cNvSpPr/>
          <p:nvPr/>
        </p:nvSpPr>
        <p:spPr>
          <a:xfrm>
            <a:off x="6108192" y="5276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18324A"/>
                </a:solidFill>
              </a:rPr>
              <a:t>Analyse vulnerabilities and compromised systems</a:t>
            </a:r>
            <a:endParaRPr lang="en-US" sz="1120"/>
          </a:p>
        </p:txBody>
      </p:sp>
      <p:sp>
        <p:nvSpPr>
          <p:cNvPr id="21" name="Shape 18"/>
          <p:cNvSpPr/>
          <p:nvPr/>
        </p:nvSpPr>
        <p:spPr>
          <a:xfrm>
            <a:off x="5870448" y="5806440"/>
            <a:ext cx="100584" cy="100584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19"/>
          <p:cNvSpPr/>
          <p:nvPr/>
        </p:nvSpPr>
        <p:spPr>
          <a:xfrm>
            <a:off x="6108192" y="5696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>
                <a:solidFill>
                  <a:srgbClr val="18324A"/>
                </a:solidFill>
              </a:rPr>
              <a:t>Coordinate and resolve security incidents</a:t>
            </a:r>
            <a:endParaRPr lang="en-US" sz="112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2F5B"/>
                </a:solidFill>
              </a:rPr>
              <a:t>Priorities for a railway infrastructure manager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5B6B7A"/>
                </a:solidFill>
              </a:rPr>
              <a:t>Strengthening cyber resilience across enterprise IT and operational technology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1E88C8"/>
          </a:solidFill>
          <a:ln w="12700">
            <a:solidFill>
              <a:srgbClr val="1E88C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758952" y="1545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572768" y="1408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2F5B"/>
                </a:solidFill>
              </a:rPr>
              <a:t>Secure-by-design investment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3822192" y="13533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>
                <a:solidFill>
                  <a:srgbClr val="18324A"/>
                </a:solidFill>
              </a:rPr>
              <a:t>Embed security requirements in construction, technology and digitalisation projects.</a:t>
            </a:r>
            <a:endParaRPr lang="en-US" sz="1270"/>
          </a:p>
        </p:txBody>
      </p:sp>
      <p:sp>
        <p:nvSpPr>
          <p:cNvPr id="8" name="Shape 6"/>
          <p:cNvSpPr/>
          <p:nvPr/>
        </p:nvSpPr>
        <p:spPr>
          <a:xfrm>
            <a:off x="1005840" y="2057400"/>
            <a:ext cx="0" cy="448056"/>
          </a:xfrm>
          <a:prstGeom prst="line">
            <a:avLst/>
          </a:prstGeom>
          <a:noFill/>
          <a:ln w="254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758952" y="2688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572768" y="2551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2F5B"/>
                </a:solidFill>
              </a:rPr>
              <a:t>IT/OT risk convergence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822192" y="24963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>
                <a:solidFill>
                  <a:srgbClr val="18324A"/>
                </a:solidFill>
              </a:rPr>
              <a:t>Extend governance, visibility and controls to operational technology environments.</a:t>
            </a:r>
            <a:endParaRPr lang="en-US" sz="1270"/>
          </a:p>
        </p:txBody>
      </p:sp>
      <p:sp>
        <p:nvSpPr>
          <p:cNvPr id="13" name="Shape 11"/>
          <p:cNvSpPr/>
          <p:nvPr/>
        </p:nvSpPr>
        <p:spPr>
          <a:xfrm>
            <a:off x="1005840" y="3200400"/>
            <a:ext cx="0" cy="448056"/>
          </a:xfrm>
          <a:prstGeom prst="line">
            <a:avLst/>
          </a:prstGeom>
          <a:noFill/>
          <a:ln w="254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640080" cy="640080"/>
          </a:xfrm>
          <a:prstGeom prst="ellipse">
            <a:avLst/>
          </a:prstGeom>
          <a:solidFill>
            <a:srgbClr val="1C9A72"/>
          </a:solidFill>
          <a:ln w="12700">
            <a:solidFill>
              <a:srgbClr val="1C9A7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758952" y="3831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572768" y="3694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2F5B"/>
                </a:solidFill>
              </a:rPr>
              <a:t>Operational resilience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3822192" y="36393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>
                <a:solidFill>
                  <a:srgbClr val="18324A"/>
                </a:solidFill>
              </a:rPr>
              <a:t>Use continuous monitoring, incident response and recovery preparedness to protect service continuity.</a:t>
            </a:r>
            <a:endParaRPr lang="en-US" sz="1270"/>
          </a:p>
        </p:txBody>
      </p:sp>
      <p:sp>
        <p:nvSpPr>
          <p:cNvPr id="18" name="Shape 16"/>
          <p:cNvSpPr/>
          <p:nvPr/>
        </p:nvSpPr>
        <p:spPr>
          <a:xfrm>
            <a:off x="1005840" y="4343400"/>
            <a:ext cx="0" cy="448056"/>
          </a:xfrm>
          <a:prstGeom prst="line">
            <a:avLst/>
          </a:prstGeom>
          <a:noFill/>
          <a:ln w="25400">
            <a:solidFill>
              <a:srgbClr val="D7E2EC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685800" y="4800600"/>
            <a:ext cx="640080" cy="640080"/>
          </a:xfrm>
          <a:prstGeom prst="ellipse">
            <a:avLst/>
          </a:prstGeom>
          <a:solidFill>
            <a:srgbClr val="7B61A8"/>
          </a:solidFill>
          <a:ln w="12700">
            <a:solidFill>
              <a:srgbClr val="7B61A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758952" y="497433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572768" y="483717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2F5B"/>
                </a:solidFill>
              </a:rPr>
              <a:t>Regulatory readiness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822192" y="478231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>
                <a:solidFill>
                  <a:srgbClr val="18324A"/>
                </a:solidFill>
              </a:rPr>
              <a:t>Keep policies, standards and methodologies aligned with cybersecurity obligations.</a:t>
            </a:r>
            <a:endParaRPr lang="en-US" sz="1270"/>
          </a:p>
        </p:txBody>
      </p:sp>
      <p:sp>
        <p:nvSpPr>
          <p:cNvPr id="23" name="Shape 21"/>
          <p:cNvSpPr/>
          <p:nvPr/>
        </p:nvSpPr>
        <p:spPr>
          <a:xfrm>
            <a:off x="763042" y="5528713"/>
            <a:ext cx="7622649" cy="753215"/>
          </a:xfrm>
          <a:prstGeom prst="roundRect">
            <a:avLst>
              <a:gd name="adj" fmla="val 9524"/>
            </a:avLst>
          </a:prstGeom>
          <a:solidFill>
            <a:srgbClr val="E8F5FA"/>
          </a:solidFill>
          <a:ln w="12700">
            <a:solidFill>
              <a:srgbClr val="B7DDE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979050" y="5435246"/>
            <a:ext cx="7001315" cy="96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b="1">
                <a:solidFill>
                  <a:srgbClr val="062F5B"/>
                </a:solidFill>
              </a:rPr>
              <a:t>Potential exchange topics: railway IT/OT monitoring, incident cooperation, supply-chain security and resilience exercises,  </a:t>
            </a:r>
            <a:r>
              <a:rPr lang="en-US" sz="1150" b="1" err="1">
                <a:solidFill>
                  <a:srgbClr val="062F5B"/>
                </a:solidFill>
              </a:rPr>
              <a:t>vibecoding</a:t>
            </a:r>
            <a:r>
              <a:rPr lang="en-US" sz="1150" b="1">
                <a:solidFill>
                  <a:srgbClr val="062F5B"/>
                </a:solidFill>
              </a:rPr>
              <a:t> governance, drone security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F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EFBEF-68E7-7862-5024-C01A14060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080BBE8B-BF05-F175-5084-88FF34CF1797}"/>
              </a:ext>
            </a:extLst>
          </p:cNvPr>
          <p:cNvSpPr/>
          <p:nvPr/>
        </p:nvSpPr>
        <p:spPr>
          <a:xfrm>
            <a:off x="0" y="5742432"/>
            <a:ext cx="9144000" cy="1115568"/>
          </a:xfrm>
          <a:prstGeom prst="rect">
            <a:avLst/>
          </a:prstGeom>
          <a:solidFill>
            <a:srgbClr val="F05A22"/>
          </a:solidFill>
          <a:ln w="12700">
            <a:solidFill>
              <a:srgbClr val="F05A22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AB4B850-34D1-D6C3-552F-D5235EB9187C}"/>
              </a:ext>
            </a:extLst>
          </p:cNvPr>
          <p:cNvSpPr/>
          <p:nvPr/>
        </p:nvSpPr>
        <p:spPr>
          <a:xfrm>
            <a:off x="594360" y="6108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Prague  |  14 September 2026</a:t>
            </a:r>
            <a:endParaRPr lang="en-US" sz="11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FB1FC8A-C062-2D7E-41A2-2F1FDD2DF1FE}"/>
              </a:ext>
            </a:extLst>
          </p:cNvPr>
          <p:cNvSpPr/>
          <p:nvPr/>
        </p:nvSpPr>
        <p:spPr>
          <a:xfrm>
            <a:off x="6766560" y="60076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>
                <a:solidFill>
                  <a:srgbClr val="FFFFFF"/>
                </a:solidFill>
              </a:rPr>
              <a:t>Správa železnic</a:t>
            </a:r>
            <a:endParaRPr lang="en-US" sz="19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0505EB9-2504-2A2E-7F3F-60A16E3CC5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59952" y="6565392"/>
            <a:ext cx="164592" cy="1554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53627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9A5920CA-8C0D-5C6D-33E6-831AFDD81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7" b="-63"/>
          <a:stretch>
            <a:fillRect/>
          </a:stretch>
        </p:blipFill>
        <p:spPr>
          <a:xfrm>
            <a:off x="-4289" y="210158"/>
            <a:ext cx="9148290" cy="6862292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20413189-886E-DC2A-6022-8444F714AF7F}"/>
              </a:ext>
            </a:extLst>
          </p:cNvPr>
          <p:cNvSpPr/>
          <p:nvPr/>
        </p:nvSpPr>
        <p:spPr>
          <a:xfrm>
            <a:off x="3504845" y="2008935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00" b="1">
                <a:solidFill>
                  <a:srgbClr val="FFFFFF"/>
                </a:solidFill>
              </a:rPr>
              <a:t>Thank you</a:t>
            </a:r>
            <a:endParaRPr lang="cs-CZ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B36AB5D-CE37-A265-EC52-F9AD9D048C22}"/>
              </a:ext>
            </a:extLst>
          </p:cNvPr>
          <p:cNvSpPr/>
          <p:nvPr/>
        </p:nvSpPr>
        <p:spPr>
          <a:xfrm>
            <a:off x="547182" y="3640702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72D0ED"/>
                </a:solidFill>
              </a:rPr>
              <a:t>time for your questions..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072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766fe3-fbb1-4bf6-856d-0cb61e7e7f4b}" enabled="1" method="Standard" siteId="{f0ab7d6a-64b0-4696-9f4d-d69909c6e89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Předvádění na obrazovce (4:3)</PresentationFormat>
  <Paragraphs>105</Paragraphs>
  <Slides>7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Segoe UI</vt:lpstr>
      <vt:lpstr>Verdana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Správa železnic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Department</dc:title>
  <dc:subject>Cybersecurity Department – Executive Briefing for Taiwanese Delegation</dc:subject>
  <dc:creator>Fedurca Luděk, Ing.</dc:creator>
  <cp:lastModifiedBy>Fedurca Luděk, Ing.</cp:lastModifiedBy>
  <cp:revision>1</cp:revision>
  <dcterms:created xsi:type="dcterms:W3CDTF">2026-09-14T08:15:43Z</dcterms:created>
  <dcterms:modified xsi:type="dcterms:W3CDTF">2026-09-24T08:15:20Z</dcterms:modified>
</cp:coreProperties>
</file>